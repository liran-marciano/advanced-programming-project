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I am Liran Marciano. This is my final project for the Advanced Programming course taught by Dr. Khalastchi at Bar-Ilan. The project brings together the six exercises we built over the semester into one live, browser-driven system for running publish/subscribe computational graphs. The repository is on GitHub at the URL on the right. Let's dive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is the observer pattern at scale. Agents subscribe to topics; when a message is published, every subscriber gets a callback and may publish derived values to its own outputs. The result is a directed graph that propagates data automatically. On the right is the example we will use throughout this demo, the chain config: it computes Result equals A plus B plus C, plus one, using two PlusAgents and one IncAgent. Exercises one to five gave us the message bus, parallel agents, the graph representation, a generic configuration loader, and a custom HTTP server. Exercise six is the view layer that turns the abstract topology into something a user can play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code is organised into six packages. The graph package holds the publish/subscribe core; the configs package describes the runtime topology; the server package is the homemade HTTP server from exercise five; the servlets package implements four request handlers; and the views package is responsible for turning a graph into HTML. Two design choices are worth pointing out. First, the view layer never builds HTML inline. It loads a static graph.html template and injects SVG fragments, so a designer can iterate on the visuals without recompiling Java. Second, every agent that comes through GenericConfig is wrapped in a ParallelAgent, so each agent runs on its own thread and the publish/subscribe layer is never blocked by slow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I will switch to the browser. Five steps, about two minutes total.</a:t>
            </a:r>
          </a:p>
          <a:p/>
          <a:p>
            <a:r>
              <a:t>STEP 1 - I click the simple.conf chip on the left. The centre panel renders the graph: A and B are cyan input rectangles, the gold circle is PlusAgent, C is a blue intermediate topic, and D is the pink output. The right panel auto-shows the topic table.</a:t>
            </a:r>
          </a:p>
          <a:p/>
          <a:p>
            <a:r>
              <a:t>STEP 2 - I publish A equals seven, then B equals three. Notice the value pills pulse-animate above each topic the moment it updates. C is ten, D is eleven. That is two parallel agent threads firing in turn -- PlusAgent computes A plus B, then IncAgent picks up the new C and publishes C plus one.</a:t>
            </a:r>
          </a:p>
          <a:p/>
          <a:p>
            <a:r>
              <a:t>STEP 3 - Now a more complex topology. I click the chain.conf chip. Result equals A plus B plus C, plus one. The canvas resizes automatically to fit seven columns. Notice the role-based colours: cyan inputs on the left, blue intermediates in the middle, pink output on the right.</a:t>
            </a:r>
          </a:p>
          <a:p/>
          <a:p>
            <a:r>
              <a:t>STEP 4 - I click Reset values. Every topic value clears. The graph stays intact. I publish A equals ninety-nine; Sum is ninety-nine, not some number contaminated by old B, because reset also wipes every PlusAgent's internal x and y.</a:t>
            </a:r>
          </a:p>
          <a:p/>
          <a:p>
            <a:r>
              <a:t>STEP 5 - Two details I am proud of. The edges animate -- the dashed stroke offset is keyframe-animated so the graph looks alive even when nothing is happening. And the entire view is just SVG plus CSS -- no charting libraries, no canvas tag, no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of these I want to highlight. First, building the view layer exposed a real design bug: every PlusAgent instance was returning the same getName, so the graph deduplicated them into a single node. Once I fixed getName to include the output topic, two distinct PlusAgents finally got two distinct circles. Second, my first layout algorithm short-circuited the longest-path relaxation; replacing the BFS with Kahn's topological sort fixed it. Both bugs were invisible to the unit tests -- only the visualisation surfaced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wrap up, five things stay with me. SOLID is not a checklist; applying it changes the cost of every future change. A good visualisation is a debugging tool, not just decoration. The PDF is always the source of truth -- subtle requirements buried in the text cost or saved real points more than once. The Active Object pattern pays off the moment any single agent slows down. And a plain JDK stack is enough to ship a surprising amount of product. 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End-card. Hold this slide for two or three seconds, then stop the recording.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BAR-ILAN UNIVERSITY   •   ADVANCED PROGRAMMING (89-210 / 89-211)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F1F5F9"/>
                </a:solidFill>
                <a:latin typeface="Calibri"/>
              </a:rPr>
              <a:t>Computational 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94A3B8"/>
                </a:solidFill>
                <a:latin typeface="Calibri"/>
              </a:rPr>
              <a:t>A browser-driven publish / subscribe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64008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109728" cy="13716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470916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Submitter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4983480"/>
            <a:ext cx="5943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1F5F9"/>
                </a:solidFill>
                <a:latin typeface="Calibri"/>
              </a:rPr>
              <a:t>Liran Marciano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544068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38BDF8"/>
                </a:solidFill>
                <a:latin typeface="Consolas"/>
              </a:rPr>
              <a:t>liranmar88@gmail.com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4572000"/>
            <a:ext cx="365760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4572000"/>
            <a:ext cx="109728" cy="13716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47091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4A3B8"/>
                </a:solidFill>
                <a:latin typeface="Calibri"/>
              </a:rPr>
              <a:t>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02920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8BDF8"/>
                </a:solidFill>
                <a:latin typeface="Consolas"/>
              </a:rPr>
              <a:t>github.com/
Liran-marciano/
advanced-programming-project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The pub/sub computational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303520" cy="4206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The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48463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>
                <a:solidFill>
                  <a:srgbClr val="38BDF8"/>
                </a:solidFill>
                <a:latin typeface="Calibri"/>
              </a:rPr>
              <a:t>●  </a:t>
            </a:r>
            <a:r>
              <a:rPr sz="1700">
                <a:solidFill>
                  <a:srgbClr val="F1F5F9"/>
                </a:solidFill>
                <a:latin typeface="Calibri"/>
              </a:rPr>
              <a:t>Topics are named channels.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38BDF8"/>
                </a:solidFill>
                <a:latin typeface="Calibri"/>
              </a:rPr>
              <a:t>●  </a:t>
            </a:r>
            <a:r>
              <a:rPr sz="1700">
                <a:solidFill>
                  <a:srgbClr val="F1F5F9"/>
                </a:solidFill>
                <a:latin typeface="Calibri"/>
              </a:rPr>
              <a:t>Agents subscribe to topics to receive messages, and publish to topics to notify downstream agents.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38BDF8"/>
                </a:solidFill>
                <a:latin typeface="Calibri"/>
              </a:rPr>
              <a:t>●  </a:t>
            </a:r>
            <a:r>
              <a:rPr sz="1700">
                <a:solidFill>
                  <a:srgbClr val="F1F5F9"/>
                </a:solidFill>
                <a:latin typeface="Calibri"/>
              </a:rPr>
              <a:t>Composing many agents yields a directed graph that propagates values automatically.</a:t>
            </a:r>
          </a:p>
          <a:p>
            <a:pPr algn="l">
              <a:lnSpc>
                <a:spcPct val="130000"/>
              </a:lnSpc>
            </a:pPr>
            <a:r>
              <a:rPr sz="1700">
                <a:solidFill>
                  <a:srgbClr val="38BDF8"/>
                </a:solidFill>
                <a:latin typeface="Calibri"/>
              </a:rPr>
              <a:t>●  </a:t>
            </a:r>
            <a:r>
              <a:rPr sz="1700">
                <a:solidFill>
                  <a:srgbClr val="F1F5F9"/>
                </a:solidFill>
                <a:latin typeface="Calibri"/>
              </a:rPr>
              <a:t>This is the Observer pattern at scale.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920240"/>
            <a:ext cx="4937760" cy="4206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Example: chain.conf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onsolas"/>
              </a:rPr>
              <a:t>Result = (A + B + C)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46120"/>
            <a:ext cx="4572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onsolas"/>
              </a:rPr>
              <a:t>A  ─┐
    ├─►  PlusAgent  ─►  Sum  ─┐
B  ─┘                                              │
                                              └─►  PlusAgent  ─►  Total  ─►  IncAgent  ─►  Result
                                          C  ─┘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Package structure &amp; patterns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48640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project_biu/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0604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graph/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060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Message, Topic, ParallelAgent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configs/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31546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Graph, GenericConfig,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70332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server/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033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Homemade HTTP server (Ex 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25196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servlets/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25196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TopicDisplayer, ConfLoader,
          HtmlLoader, TopicReset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0060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views/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8006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HtmlGraphWriter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349240"/>
            <a:ext cx="1554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onsolas"/>
              </a:rPr>
              <a:t>Main.java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34924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Wires 4 servlets to 4 URIs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920240"/>
            <a:ext cx="4754880" cy="4297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1031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A78BFA"/>
                </a:solidFill>
                <a:latin typeface="Calibri"/>
              </a:rPr>
              <a:t>Design patterns applied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6060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Active Object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803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ParallelAgent gives every agent its own worker thread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2918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Singleton (Bill Pugh)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5661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TopicManager via lazy inner 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9776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Strategy via lambda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2519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BinOpAgent takes a BinaryOperator&lt;Double&gt;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6634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Template-method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49377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HtmlGraphWriter loads graph.html, injects nodes/edges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5349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Calibri"/>
              </a:rPr>
              <a:t>Longest-prefix routing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5623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MyHTTPServer dispatches by URI prefix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2C55E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Walk-through — 2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1779971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1779971" cy="16459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423160"/>
            <a:ext cx="13227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38BDF8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13227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566160"/>
            <a:ext cx="132277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Click the simple.conf chip
Centre fills with a 4-topic /
2-agent 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0131" y="2103120"/>
            <a:ext cx="1779971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60131" y="2103120"/>
            <a:ext cx="1779971" cy="16459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88731" y="2423160"/>
            <a:ext cx="13227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A78BF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8731" y="3063240"/>
            <a:ext cx="13227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Publish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8731" y="3566160"/>
            <a:ext cx="132277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Publish A=7 and B=3
Values cascade: C=10, D=11
Value pills pulse-in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05862" y="2103120"/>
            <a:ext cx="1779971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05862" y="2103120"/>
            <a:ext cx="1779971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34462" y="2423160"/>
            <a:ext cx="13227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BBF24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34462" y="3063240"/>
            <a:ext cx="13227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Scale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4462" y="3566160"/>
            <a:ext cx="132277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Click the chain.conf chip
Canvas widens for 7 columns
Role colours read L-to-R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51593" y="2103120"/>
            <a:ext cx="1779971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1593" y="2103120"/>
            <a:ext cx="1779971" cy="1645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0193" y="2423160"/>
            <a:ext cx="13227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C4899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193" y="3063240"/>
            <a:ext cx="13227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Reset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193" y="3566160"/>
            <a:ext cx="132277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Click Reset values
Values clear, topology stays
A=99 alone -&gt; Sum=99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97324" y="2103120"/>
            <a:ext cx="1779971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97324" y="2103120"/>
            <a:ext cx="1779971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5924" y="2423160"/>
            <a:ext cx="132277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2C55E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25924" y="3063240"/>
            <a:ext cx="132277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F5F9"/>
                </a:solidFill>
                <a:latin typeface="Calibri"/>
              </a:rPr>
              <a:t>Details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5924" y="3566160"/>
            <a:ext cx="1322771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Animated dashed edges
Legend in the corner
No JS libs -- raw SVG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2C55E"/>
                </a:solidFill>
                <a:latin typeface="Consolas"/>
              </a:rPr>
              <a:t>▶  Switch from slides to the browser at http://localhost:8080/app/index.html 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4899"/>
                </a:solidFill>
                <a:latin typeface="Calibri"/>
              </a:rPr>
              <a:t>BEYOND THE MINIMUM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What we added past the spec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91440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Animated, role-coloured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Gradient nodes, drop shadows, flowing dashed edges, pulse-in value pills, colour-coded inputs / intermediates / outputs.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92024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0574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Fourth servlet: TopicReset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42316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Clears every topic value and every agent's internal state without re-uploading the config.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15468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154680"/>
            <a:ext cx="91440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In-page example loader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6576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Two clickable chips (simple.conf, chain.conf) deploy baked-in configs in one click.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15468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15468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29184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Custom file picker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576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Locale-proof: the native input renders "Choose file" in the browser's language, so we replaced it with our own.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38912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389120"/>
            <a:ext cx="91440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526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Dynamic canvas sizing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8920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Long pipelines (e.g. chain.conf's 7 columns) get a wider SVG so edges stay readable.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389120"/>
            <a:ext cx="5303520" cy="10972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4389120"/>
            <a:ext cx="91440" cy="109728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F5F9"/>
                </a:solidFill>
                <a:latin typeface="Calibri"/>
              </a:rPr>
              <a:t>Two real bugs found by the visualisation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489204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Agent name collision in Graph.createFromTopics; broken longest-path BFS fixed with Kahn's algorithm.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Calibri"/>
              </a:rPr>
              <a:t>LESSONS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22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1F5F9"/>
                </a:solidFill>
                <a:latin typeface="Calibri"/>
              </a:rPr>
              <a:t>What I take from this course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109728" cy="7772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SOLID is not a checklist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0116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It is the difference between adding a feature in one line and rewriting three classes.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34640"/>
            <a:ext cx="109728" cy="7772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926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A good visualisation is a debugging 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graph view surfaced two real bugs that the unit tests missed.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49040"/>
            <a:ext cx="109728" cy="777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840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Read the PDF every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8404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A single line ("reader.ready()") was the difference between 0 and 100 in exercise 5.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663440"/>
            <a:ext cx="109728" cy="777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754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Active Object pays 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7548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The moment one agent slows down, the whole pipeline keeps moving.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577840"/>
            <a:ext cx="109728" cy="777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669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1F5F9"/>
                </a:solidFill>
                <a:latin typeface="Calibri"/>
              </a:rPr>
              <a:t>Plain stack &gt; big frameworks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5669280"/>
            <a:ext cx="53035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Pub/sub + reflection + a homemade HTTP server is enough to ship a full product.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94560"/>
            <a:ext cx="1219169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0" b="1">
                <a:solidFill>
                  <a:srgbClr val="F1F5F9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38BDF8"/>
                </a:solidFill>
                <a:latin typeface="Consolas"/>
              </a:rPr>
              <a:t>github.com/Liran-marciano/advanced-programming-project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94A3B8"/>
                </a:solidFill>
                <a:latin typeface="Calibri"/>
              </a:rPr>
              <a:t>Liran Marciano   •   liranmar88@gmail.com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937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Advanced Programming   •   Bar-Ilan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